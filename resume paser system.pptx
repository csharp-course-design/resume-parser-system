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9C3F1-43A4-56B0-E4FE-74A03E132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7869F3-8FDF-EFC1-C4C3-692BF3FC8D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6785F4-6259-7C96-7034-D8DBF3B22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BAB6-8F93-4676-9C50-5EBA8F3047C1}" type="datetimeFigureOut">
              <a:rPr lang="zh-CN" altLang="en-US" smtClean="0"/>
              <a:t>2024/12/7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4D20FF-3FC7-7565-C196-F8F2F1590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82F937-0EF1-10EE-5C18-4BA3DBB80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73A7-E84F-46FA-80ED-4E0A20966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75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1163DF-8B47-9983-4A98-0FD2DF46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F890F5-25D5-1CE2-928F-409660C29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3FD19B-4E72-2BE5-C335-90B9AB98D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BAB6-8F93-4676-9C50-5EBA8F3047C1}" type="datetimeFigureOut">
              <a:rPr lang="zh-CN" altLang="en-US" smtClean="0"/>
              <a:t>2024/12/7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D5F903-4DA7-FDD5-CA4F-A7DCBBF8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A39A81-B2A9-7667-DDB9-39589C24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73A7-E84F-46FA-80ED-4E0A20966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384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40E3D-94BD-59B8-55B3-E26F6293B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2FEE12-5FDE-FC0F-DCD4-E7D001C07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58A5A4-AB76-8A70-AB2C-0E590CCBE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BAB6-8F93-4676-9C50-5EBA8F3047C1}" type="datetimeFigureOut">
              <a:rPr lang="zh-CN" altLang="en-US" smtClean="0"/>
              <a:t>2024/12/7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E2F48C-4703-AB3A-9BA5-AD5B518A3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B757E0-EC5C-CB59-7FCC-74857233F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73A7-E84F-46FA-80ED-4E0A20966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08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126AB-F941-8536-6E41-64EF4EBA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22D90F-464B-F0D8-7F5A-22CAEE5552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005B1E-16EE-00D2-C1CF-596DFA101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422018-F856-F6FD-82FA-2F58DD9B4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BAB6-8F93-4676-9C50-5EBA8F3047C1}" type="datetimeFigureOut">
              <a:rPr lang="zh-CN" altLang="en-US" smtClean="0"/>
              <a:t>2024/12/7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87EB42-1F02-94A3-F37C-02E91EDB4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1B3B30-D551-CA54-872E-B9E8DC582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73A7-E84F-46FA-80ED-4E0A20966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205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E216A-E8CE-5FF0-BEE3-E3AFDF419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7348C0-9C58-BFC9-DB17-33DC4ACFD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A691C1-55BA-352F-EB6E-3936C7514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2056E68-7DBB-86ED-0B15-DE04C66D9E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15788D-CD81-859B-488C-8116F52C9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4889AE2-5842-995D-E95E-B28562E0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BAB6-8F93-4676-9C50-5EBA8F3047C1}" type="datetimeFigureOut">
              <a:rPr lang="zh-CN" altLang="en-US" smtClean="0"/>
              <a:t>2024/12/7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466806-D945-47A4-93D7-AFF8851BA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AD6535-F5F0-D840-A36A-59A56068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73A7-E84F-46FA-80ED-4E0A20966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60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A8FC39-8975-AAF9-8CA7-29C84E5A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DFF4F87-6471-F7E6-52B8-D8BE18B9E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BAB6-8F93-4676-9C50-5EBA8F3047C1}" type="datetimeFigureOut">
              <a:rPr lang="zh-CN" altLang="en-US" smtClean="0"/>
              <a:t>2024/12/7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DAD770-A0FC-D0A5-108E-4B40E5BC5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449406-4175-0BDC-4FE3-826F36B1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73A7-E84F-46FA-80ED-4E0A20966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028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A2B7E0-A3A7-0F98-EBC8-D4530DAA2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BAB6-8F93-4676-9C50-5EBA8F3047C1}" type="datetimeFigureOut">
              <a:rPr lang="zh-CN" altLang="en-US" smtClean="0"/>
              <a:t>2024/12/7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5E472E-77A2-EA50-303E-22F6EABFE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2200DE-839D-16C0-5DBA-CF7F8A6D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73A7-E84F-46FA-80ED-4E0A20966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020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ED8FF-31BD-505F-561B-4D02B5916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170863-AD1D-D04F-1B17-CCD6D6627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F1A542-3EA9-E80A-DE5E-DA4387917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2CB6E8-5458-433A-D7D7-33CBB9BF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BAB6-8F93-4676-9C50-5EBA8F3047C1}" type="datetimeFigureOut">
              <a:rPr lang="zh-CN" altLang="en-US" smtClean="0"/>
              <a:t>2024/12/7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031DB0-4229-8063-D8A2-2850001C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8B7E6F-E9F1-AB16-26A8-F1FE7FB6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73A7-E84F-46FA-80ED-4E0A20966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021E16-97A7-D150-40D3-280E19E55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213DA4-069C-FBFF-0099-05DFA4892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19D756-5313-798B-847E-DA055CFDD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1A562D-B54D-78C2-D960-9DA5401B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BAB6-8F93-4676-9C50-5EBA8F3047C1}" type="datetimeFigureOut">
              <a:rPr lang="zh-CN" altLang="en-US" smtClean="0"/>
              <a:t>2024/12/7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C6EF6B-7270-AEEF-BC7B-F94B127B0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CD9DA9-0645-DD11-F970-6AD8123F7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73A7-E84F-46FA-80ED-4E0A20966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250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F3A73-32DA-116A-D53A-E9D962E0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262077-6600-33F9-CC3D-003CE236F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A1C9E9-C7AD-BAAB-5820-C45E8BC9E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BAB6-8F93-4676-9C50-5EBA8F3047C1}" type="datetimeFigureOut">
              <a:rPr lang="zh-CN" altLang="en-US" smtClean="0"/>
              <a:t>2024/12/7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A46A0C-2DE8-D21D-0A42-E992BF682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6149F7-8303-0F17-34E4-4B33A2755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73A7-E84F-46FA-80ED-4E0A20966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551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728CB3-7E68-8884-3313-4B8D6CA9B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239F1F-4C6F-1C77-263D-78CE1D893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CB7391-C981-A177-5360-788084C2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DBAB6-8F93-4676-9C50-5EBA8F3047C1}" type="datetimeFigureOut">
              <a:rPr lang="zh-CN" altLang="en-US" smtClean="0"/>
              <a:t>2024/12/7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88C8B1-17B2-7921-0E85-224976D3B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541F6C-7DFF-D2FD-6381-1B6B738F7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573A7-E84F-46FA-80ED-4E0A20966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904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B367592-454A-CDD9-D95F-562FAE1CC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224CA9-494F-9C53-0A3B-207DEEA3D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F2E706-45DD-001F-E177-D8B586AC7D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DBAB6-8F93-4676-9C50-5EBA8F3047C1}" type="datetimeFigureOut">
              <a:rPr lang="zh-CN" altLang="en-US" smtClean="0"/>
              <a:t>2024/12/7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A57AC9-7DEA-CD35-0FB3-92DB2EA7C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0C2176-B45E-B34D-6881-65B8B4C5F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573A7-E84F-46FA-80ED-4E0A20966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382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770160D-32F1-CA38-EE1A-31C7BCA6A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17381"/>
            <a:ext cx="11669847" cy="221010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F12A6F7-99B0-8E92-1CFE-F89D9D80AA40}"/>
              </a:ext>
            </a:extLst>
          </p:cNvPr>
          <p:cNvSpPr txBox="1"/>
          <p:nvPr/>
        </p:nvSpPr>
        <p:spPr>
          <a:xfrm>
            <a:off x="3955239" y="752185"/>
            <a:ext cx="42815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chemeClr val="accent5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简历解析系统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FF829B-69F6-EE63-BBAE-B0449A77DBB8}"/>
              </a:ext>
            </a:extLst>
          </p:cNvPr>
          <p:cNvSpPr txBox="1"/>
          <p:nvPr/>
        </p:nvSpPr>
        <p:spPr>
          <a:xfrm>
            <a:off x="1694795" y="1837787"/>
            <a:ext cx="8802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组员：魏鹏超，孟松，吴心豪，王翔，赵雨禾，刘子默</a:t>
            </a:r>
          </a:p>
        </p:txBody>
      </p:sp>
    </p:spTree>
    <p:extLst>
      <p:ext uri="{BB962C8B-B14F-4D97-AF65-F5344CB8AC3E}">
        <p14:creationId xmlns:p14="http://schemas.microsoft.com/office/powerpoint/2010/main" val="128020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5BA9881-ABFA-3FAF-13D7-849F35648C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171" y="84445"/>
            <a:ext cx="9684005" cy="6531793"/>
          </a:xfrm>
        </p:spPr>
      </p:pic>
    </p:spTree>
    <p:extLst>
      <p:ext uri="{BB962C8B-B14F-4D97-AF65-F5344CB8AC3E}">
        <p14:creationId xmlns:p14="http://schemas.microsoft.com/office/powerpoint/2010/main" val="1764547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712BBA8-5B5D-D3B7-9FED-1D980D4217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729" y="197516"/>
            <a:ext cx="7382851" cy="261742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079B563-FCF7-90E7-3380-4D711E9EE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93" y="3213816"/>
            <a:ext cx="9138516" cy="236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8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D43F75A-BD83-97F7-24D0-594F17C9C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15" y="286467"/>
            <a:ext cx="9537688" cy="5623908"/>
          </a:xfrm>
        </p:spPr>
      </p:pic>
    </p:spTree>
    <p:extLst>
      <p:ext uri="{BB962C8B-B14F-4D97-AF65-F5344CB8AC3E}">
        <p14:creationId xmlns:p14="http://schemas.microsoft.com/office/powerpoint/2010/main" val="2224899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7F58593-D47E-9C5F-9130-7C3394B0E5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4363"/>
            <a:ext cx="3229093" cy="1062867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C90CA0C-CBC4-8676-A182-E94BA9D1A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40430"/>
            <a:ext cx="9758264" cy="464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481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3ACC1A1-5F62-6E7E-80B4-47CD481E0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90" y="209077"/>
            <a:ext cx="2864910" cy="862639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BFA6190-A81E-2005-9EE6-DDF3FABEAD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0" y="351861"/>
            <a:ext cx="6836474" cy="196855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94628F3-DF1D-7CE1-2029-AB6C4A2A4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900" y="2660302"/>
            <a:ext cx="6125496" cy="384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49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C0D1CB73-03C4-DA3F-EB84-2000F4920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47" y="197254"/>
            <a:ext cx="2758679" cy="830652"/>
          </a:xfr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72BF2C7-8972-6F20-CA08-E4E49F959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96" y="197254"/>
            <a:ext cx="6302286" cy="134123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C707139-565E-29FD-186D-BF8F87C04D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90" y="2004416"/>
            <a:ext cx="7029233" cy="41112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4E98A73-0213-728A-1096-F033176002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199" y="1977263"/>
            <a:ext cx="7714671" cy="421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9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0A1E118A-6431-EE50-6CF8-7257DB79D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254"/>
            <a:ext cx="2758679" cy="830652"/>
          </a:xfr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56BA008-5DF4-B380-0F13-61946353F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50" y="2288511"/>
            <a:ext cx="9634757" cy="244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21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B3AF6DE-C6C1-7B0A-1EE5-832C62B6A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55" y="365125"/>
            <a:ext cx="7807583" cy="5448658"/>
          </a:xfrm>
        </p:spPr>
      </p:pic>
    </p:spTree>
    <p:extLst>
      <p:ext uri="{BB962C8B-B14F-4D97-AF65-F5344CB8AC3E}">
        <p14:creationId xmlns:p14="http://schemas.microsoft.com/office/powerpoint/2010/main" val="2916315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82DCC93-A75F-24E9-4A35-41CC8781A4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590" y="365125"/>
            <a:ext cx="3445101" cy="418999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E0ECBBA-3687-642F-D3F7-2B8A48633230}"/>
              </a:ext>
            </a:extLst>
          </p:cNvPr>
          <p:cNvSpPr txBox="1"/>
          <p:nvPr/>
        </p:nvSpPr>
        <p:spPr>
          <a:xfrm>
            <a:off x="575187" y="1167582"/>
            <a:ext cx="11041626" cy="501675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//Resume Information 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//Basic Information: 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//ID: 0, Name: </a:t>
            </a:r>
            <a:r>
              <a:rPr lang="zh-CN" altLang="en-US" sz="2000" dirty="0">
                <a:solidFill>
                  <a:schemeClr val="bg1"/>
                </a:solidFill>
              </a:rPr>
              <a:t>闫振斌</a:t>
            </a:r>
            <a:r>
              <a:rPr lang="en-US" altLang="zh-CN" sz="2000" dirty="0">
                <a:solidFill>
                  <a:schemeClr val="bg1"/>
                </a:solidFill>
              </a:rPr>
              <a:t>, Age: 0, Phone: 18146552582 </a:t>
            </a:r>
          </a:p>
          <a:p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en-US" altLang="zh-CN" sz="2000" dirty="0">
                <a:solidFill>
                  <a:schemeClr val="bg1"/>
                </a:solidFill>
              </a:rPr>
              <a:t>//Education Background: 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//School Name: </a:t>
            </a:r>
            <a:r>
              <a:rPr lang="zh-CN" altLang="en-US" sz="2000" dirty="0">
                <a:solidFill>
                  <a:schemeClr val="bg1"/>
                </a:solidFill>
              </a:rPr>
              <a:t>青岛科技大学</a:t>
            </a:r>
            <a:r>
              <a:rPr lang="en-US" altLang="zh-CN" sz="2000" dirty="0">
                <a:solidFill>
                  <a:schemeClr val="bg1"/>
                </a:solidFill>
              </a:rPr>
              <a:t>, School Type: , Degree: </a:t>
            </a:r>
            <a:r>
              <a:rPr lang="zh-CN" altLang="en-US" sz="2000" dirty="0">
                <a:solidFill>
                  <a:schemeClr val="bg1"/>
                </a:solidFill>
              </a:rPr>
              <a:t>本科</a:t>
            </a:r>
            <a:r>
              <a:rPr lang="en-US" altLang="zh-CN" sz="2000" dirty="0">
                <a:solidFill>
                  <a:schemeClr val="bg1"/>
                </a:solidFill>
              </a:rPr>
              <a:t>, Major: </a:t>
            </a:r>
            <a:r>
              <a:rPr lang="zh-CN" altLang="en-US" sz="2000" dirty="0">
                <a:solidFill>
                  <a:schemeClr val="bg1"/>
                </a:solidFill>
              </a:rPr>
              <a:t>数据科学与大数据技术 </a:t>
            </a:r>
            <a:endParaRPr lang="en-US" altLang="zh-CN" sz="2000" dirty="0">
              <a:solidFill>
                <a:schemeClr val="bg1"/>
              </a:solidFill>
            </a:endParaRPr>
          </a:p>
          <a:p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en-US" altLang="zh-CN" sz="2000" dirty="0">
                <a:solidFill>
                  <a:schemeClr val="bg1"/>
                </a:solidFill>
              </a:rPr>
              <a:t>//Skills: 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//</a:t>
            </a:r>
            <a:r>
              <a:rPr lang="en-US" altLang="zh-CN" sz="2000" dirty="0" err="1">
                <a:solidFill>
                  <a:schemeClr val="bg1"/>
                </a:solidFill>
              </a:rPr>
              <a:t>Jpa</a:t>
            </a:r>
            <a:r>
              <a:rPr lang="en-US" altLang="zh-CN" sz="2000" dirty="0">
                <a:solidFill>
                  <a:schemeClr val="bg1"/>
                </a:solidFill>
              </a:rPr>
              <a:t>, </a:t>
            </a:r>
            <a:r>
              <a:rPr lang="en-US" altLang="zh-CN" sz="2000" dirty="0" err="1">
                <a:solidFill>
                  <a:schemeClr val="bg1"/>
                </a:solidFill>
              </a:rPr>
              <a:t>Aop</a:t>
            </a:r>
            <a:r>
              <a:rPr lang="en-US" altLang="zh-CN" sz="2000" dirty="0">
                <a:solidFill>
                  <a:schemeClr val="bg1"/>
                </a:solidFill>
              </a:rPr>
              <a:t>, C , SQL, </a:t>
            </a:r>
            <a:r>
              <a:rPr lang="en-US" altLang="zh-CN" sz="2000" dirty="0" err="1">
                <a:solidFill>
                  <a:schemeClr val="bg1"/>
                </a:solidFill>
              </a:rPr>
              <a:t>Ioc</a:t>
            </a:r>
            <a:r>
              <a:rPr lang="en-US" altLang="zh-CN" sz="2000" dirty="0">
                <a:solidFill>
                  <a:schemeClr val="bg1"/>
                </a:solidFill>
              </a:rPr>
              <a:t>, Vue, Java, Hive, MySQL, Cloud, Redis, C/C , Excel, </a:t>
            </a:r>
            <a:r>
              <a:rPr lang="zh-CN" altLang="en-US" sz="2000" dirty="0">
                <a:solidFill>
                  <a:schemeClr val="bg1"/>
                </a:solidFill>
              </a:rPr>
              <a:t>优化</a:t>
            </a:r>
            <a:r>
              <a:rPr lang="en-US" altLang="zh-CN" sz="2000" dirty="0">
                <a:solidFill>
                  <a:schemeClr val="bg1"/>
                </a:solidFill>
              </a:rPr>
              <a:t>, Spring, </a:t>
            </a:r>
            <a:r>
              <a:rPr lang="en-US" altLang="zh-CN" sz="2000" dirty="0" err="1">
                <a:solidFill>
                  <a:schemeClr val="bg1"/>
                </a:solidFill>
              </a:rPr>
              <a:t>Innodb</a:t>
            </a:r>
            <a:r>
              <a:rPr lang="en-US" altLang="zh-CN" sz="2000" dirty="0">
                <a:solidFill>
                  <a:schemeClr val="bg1"/>
                </a:solidFill>
              </a:rPr>
              <a:t>, Python, </a:t>
            </a:r>
            <a:r>
              <a:rPr lang="zh-CN" altLang="en-US" sz="2000" dirty="0">
                <a:solidFill>
                  <a:schemeClr val="bg1"/>
                </a:solidFill>
              </a:rPr>
              <a:t>缓存</a:t>
            </a:r>
            <a:r>
              <a:rPr lang="en-US" altLang="zh-CN" sz="2000" dirty="0">
                <a:solidFill>
                  <a:schemeClr val="bg1"/>
                </a:solidFill>
              </a:rPr>
              <a:t>, </a:t>
            </a:r>
            <a:r>
              <a:rPr lang="zh-CN" altLang="en-US" sz="2000" dirty="0">
                <a:solidFill>
                  <a:schemeClr val="bg1"/>
                </a:solidFill>
              </a:rPr>
              <a:t>架构</a:t>
            </a:r>
            <a:r>
              <a:rPr lang="en-US" altLang="zh-CN" sz="2000" dirty="0">
                <a:solidFill>
                  <a:schemeClr val="bg1"/>
                </a:solidFill>
              </a:rPr>
              <a:t>, </a:t>
            </a:r>
            <a:r>
              <a:rPr lang="zh-CN" altLang="en-US" sz="2000" dirty="0">
                <a:solidFill>
                  <a:schemeClr val="bg1"/>
                </a:solidFill>
              </a:rPr>
              <a:t>功能</a:t>
            </a:r>
            <a:r>
              <a:rPr lang="en-US" altLang="zh-CN" sz="2000" dirty="0">
                <a:solidFill>
                  <a:schemeClr val="bg1"/>
                </a:solidFill>
              </a:rPr>
              <a:t>, </a:t>
            </a:r>
            <a:r>
              <a:rPr lang="en-US" altLang="zh-CN" sz="2000" dirty="0" err="1">
                <a:solidFill>
                  <a:schemeClr val="bg1"/>
                </a:solidFill>
              </a:rPr>
              <a:t>Mybatis</a:t>
            </a:r>
            <a:r>
              <a:rPr lang="en-US" altLang="zh-CN" sz="2000" dirty="0">
                <a:solidFill>
                  <a:schemeClr val="bg1"/>
                </a:solidFill>
              </a:rPr>
              <a:t>, Java Ee, Alibaba, Sentinel, </a:t>
            </a:r>
            <a:r>
              <a:rPr lang="en-US" altLang="zh-CN" sz="2000" dirty="0" err="1">
                <a:solidFill>
                  <a:schemeClr val="bg1"/>
                </a:solidFill>
              </a:rPr>
              <a:t>rocketmq</a:t>
            </a:r>
            <a:r>
              <a:rPr lang="en-US" altLang="zh-CN" sz="2000" dirty="0">
                <a:solidFill>
                  <a:schemeClr val="bg1"/>
                </a:solidFill>
              </a:rPr>
              <a:t>, </a:t>
            </a:r>
            <a:r>
              <a:rPr lang="zh-CN" altLang="en-US" sz="2000" dirty="0">
                <a:solidFill>
                  <a:schemeClr val="bg1"/>
                </a:solidFill>
              </a:rPr>
              <a:t>大数据</a:t>
            </a:r>
            <a:r>
              <a:rPr lang="en-US" altLang="zh-CN" sz="2000" dirty="0">
                <a:solidFill>
                  <a:schemeClr val="bg1"/>
                </a:solidFill>
              </a:rPr>
              <a:t>, </a:t>
            </a:r>
            <a:r>
              <a:rPr lang="zh-CN" altLang="en-US" sz="2000" dirty="0">
                <a:solidFill>
                  <a:schemeClr val="bg1"/>
                </a:solidFill>
              </a:rPr>
              <a:t>数据库</a:t>
            </a:r>
            <a:r>
              <a:rPr lang="en-US" altLang="zh-CN" sz="2000" dirty="0">
                <a:solidFill>
                  <a:schemeClr val="bg1"/>
                </a:solidFill>
              </a:rPr>
              <a:t>, Spring Boot, </a:t>
            </a:r>
            <a:r>
              <a:rPr lang="en-US" altLang="zh-CN" sz="2000" dirty="0" err="1">
                <a:solidFill>
                  <a:schemeClr val="bg1"/>
                </a:solidFill>
              </a:rPr>
              <a:t>springcloud</a:t>
            </a:r>
            <a:r>
              <a:rPr lang="en-US" altLang="zh-CN" sz="2000" dirty="0">
                <a:solidFill>
                  <a:schemeClr val="bg1"/>
                </a:solidFill>
              </a:rPr>
              <a:t>, </a:t>
            </a:r>
            <a:r>
              <a:rPr lang="en-US" altLang="zh-CN" sz="2000" dirty="0" err="1">
                <a:solidFill>
                  <a:schemeClr val="bg1"/>
                </a:solidFill>
              </a:rPr>
              <a:t>Mybatis</a:t>
            </a:r>
            <a:r>
              <a:rPr lang="en-US" altLang="zh-CN" sz="2000" dirty="0">
                <a:solidFill>
                  <a:schemeClr val="bg1"/>
                </a:solidFill>
              </a:rPr>
              <a:t>-Plus, </a:t>
            </a:r>
            <a:r>
              <a:rPr lang="en-US" altLang="zh-CN" sz="2000" dirty="0" err="1">
                <a:solidFill>
                  <a:schemeClr val="bg1"/>
                </a:solidFill>
              </a:rPr>
              <a:t>Sql</a:t>
            </a:r>
            <a:r>
              <a:rPr lang="zh-CN" altLang="en-US" sz="2000" dirty="0">
                <a:solidFill>
                  <a:schemeClr val="bg1"/>
                </a:solidFill>
              </a:rPr>
              <a:t>数据库</a:t>
            </a:r>
            <a:r>
              <a:rPr lang="en-US" altLang="zh-CN" sz="2000" dirty="0">
                <a:solidFill>
                  <a:schemeClr val="bg1"/>
                </a:solidFill>
              </a:rPr>
              <a:t>, </a:t>
            </a:r>
            <a:r>
              <a:rPr lang="zh-CN" altLang="en-US" sz="2000" dirty="0">
                <a:solidFill>
                  <a:schemeClr val="bg1"/>
                </a:solidFill>
              </a:rPr>
              <a:t>数据结 构</a:t>
            </a:r>
            <a:r>
              <a:rPr lang="en-US" altLang="zh-CN" sz="2000" dirty="0">
                <a:solidFill>
                  <a:schemeClr val="bg1"/>
                </a:solidFill>
              </a:rPr>
              <a:t>, Spring</a:t>
            </a:r>
            <a:r>
              <a:rPr lang="zh-CN" altLang="en-US" sz="2000" dirty="0">
                <a:solidFill>
                  <a:schemeClr val="bg1"/>
                </a:solidFill>
              </a:rPr>
              <a:t>框架</a:t>
            </a:r>
            <a:r>
              <a:rPr lang="en-US" altLang="zh-CN" sz="2000" dirty="0">
                <a:solidFill>
                  <a:schemeClr val="bg1"/>
                </a:solidFill>
              </a:rPr>
              <a:t>, </a:t>
            </a:r>
            <a:r>
              <a:rPr lang="zh-CN" altLang="en-US" sz="2000" dirty="0">
                <a:solidFill>
                  <a:schemeClr val="bg1"/>
                </a:solidFill>
              </a:rPr>
              <a:t>程序设计</a:t>
            </a:r>
            <a:r>
              <a:rPr lang="en-US" altLang="zh-CN" sz="2000" dirty="0">
                <a:solidFill>
                  <a:schemeClr val="bg1"/>
                </a:solidFill>
              </a:rPr>
              <a:t>, </a:t>
            </a:r>
            <a:r>
              <a:rPr lang="zh-CN" altLang="en-US" sz="2000" dirty="0">
                <a:solidFill>
                  <a:schemeClr val="bg1"/>
                </a:solidFill>
              </a:rPr>
              <a:t>设计模式</a:t>
            </a:r>
            <a:r>
              <a:rPr lang="en-US" altLang="zh-CN" sz="2000" dirty="0">
                <a:solidFill>
                  <a:schemeClr val="bg1"/>
                </a:solidFill>
              </a:rPr>
              <a:t>, Elasticsearch, </a:t>
            </a:r>
            <a:r>
              <a:rPr lang="en-US" altLang="zh-CN" sz="2000" dirty="0" err="1">
                <a:solidFill>
                  <a:schemeClr val="bg1"/>
                </a:solidFill>
              </a:rPr>
              <a:t>Mysql</a:t>
            </a:r>
            <a:r>
              <a:rPr lang="zh-CN" altLang="en-US" sz="2000" dirty="0">
                <a:solidFill>
                  <a:schemeClr val="bg1"/>
                </a:solidFill>
              </a:rPr>
              <a:t>数据库 </a:t>
            </a:r>
            <a:endParaRPr lang="en-US" altLang="zh-CN" sz="2000" dirty="0">
              <a:solidFill>
                <a:schemeClr val="bg1"/>
              </a:solidFill>
            </a:endParaRPr>
          </a:p>
          <a:p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en-US" altLang="zh-CN" sz="2000" dirty="0">
                <a:solidFill>
                  <a:schemeClr val="bg1"/>
                </a:solidFill>
              </a:rPr>
              <a:t>//Work Experience: 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//Company: </a:t>
            </a:r>
            <a:r>
              <a:rPr lang="zh-CN" altLang="en-US" sz="2000" dirty="0">
                <a:solidFill>
                  <a:schemeClr val="bg1"/>
                </a:solidFill>
              </a:rPr>
              <a:t>上海致宇信息科技有限公司</a:t>
            </a:r>
            <a:r>
              <a:rPr lang="en-US" altLang="zh-CN" sz="2000" dirty="0">
                <a:solidFill>
                  <a:schemeClr val="bg1"/>
                </a:solidFill>
              </a:rPr>
              <a:t>, Department: , Location: , Job Title: </a:t>
            </a:r>
            <a:r>
              <a:rPr lang="zh-CN" altLang="en-US" sz="2000" dirty="0">
                <a:solidFill>
                  <a:schemeClr val="bg1"/>
                </a:solidFill>
              </a:rPr>
              <a:t>后端开发工程师</a:t>
            </a:r>
            <a:r>
              <a:rPr lang="en-US" altLang="zh-CN" sz="2000" dirty="0">
                <a:solidFill>
                  <a:schemeClr val="bg1"/>
                </a:solidFill>
              </a:rPr>
              <a:t>, Start: 2024 - 10, End: 2024 - 11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440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AA2849B-C429-D09A-27F7-6C661A82F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839"/>
            <a:ext cx="1941315" cy="504571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B6FA124-9241-B574-0BA3-CE3AE0BD3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033" y="181053"/>
            <a:ext cx="5487686" cy="149188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3072E31-E5F0-E2CC-D68B-C0F8C375F0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033" y="2135085"/>
            <a:ext cx="6423934" cy="454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39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813C174-99C2-884C-9DAA-4BE5724D0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02" y="136869"/>
            <a:ext cx="7426262" cy="635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2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E70CAC8-51BB-EA19-80ED-E3963B502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5" y="623497"/>
            <a:ext cx="2164902" cy="49872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8F1DD4A-5623-096D-0C45-3189BDAF2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2" y="1615693"/>
            <a:ext cx="9730366" cy="324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094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190</Words>
  <Application>Microsoft Office PowerPoint</Application>
  <PresentationFormat>宽屏</PresentationFormat>
  <Paragraphs>14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华文行楷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2944751544@qq.com</dc:creator>
  <cp:lastModifiedBy>2944751544@qq.com</cp:lastModifiedBy>
  <cp:revision>22</cp:revision>
  <dcterms:created xsi:type="dcterms:W3CDTF">2024-12-06T08:39:56Z</dcterms:created>
  <dcterms:modified xsi:type="dcterms:W3CDTF">2024-12-07T04:12:12Z</dcterms:modified>
</cp:coreProperties>
</file>